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4-Ma'ruza: Operatorlar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Shart operatorlari (if, if-else, switch-case). Takrorlash
operatorlari (for, while, do-while).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O'tgan darsni eslaymiz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 (operator) — operandlar ustida harakat bajaruvchi belgi; unar va binar turlarga bo'linadi.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Arifmetik, solishtirish va mantiqiy amallarni o'rgandik: +, -, *, /, %, ==, !=, &amp;&amp;, ||.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Shartli (ternary) amal:  shart ? qiymat1 : qiymat2;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Amallar ustuvorligi — qavslar natijani qanday o'zgartirishini ko'rdik.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 esa dasturga QAROR QABUL QILISH (shart) va TAKRORLASH (sikl) qobiliyatini qo'shamiz.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darsning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I-BO'LIM: Oddiy/qo'shma operator va shart operatorlari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if, if-else, ko'p shartli zanjir, (bonus: switch-case)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II-BO'LIM: Takrorlash operatori — for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for sikli sintaksisi va ishlash tartibi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III-BO'LIM: Takrorlash operatorlari — while, do-while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while, do-while, break/continue, qaysi siklni qachon tanlash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Dars yakunida siz nimalarga erishasiz?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Oddiy va qo'shma (blok) operator orasidagi farqni tushuntira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 va if-else operatorlaridan foydalanib, dasturga shartli qaror qabul qildira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for, while va do-while sikllarining har birini to'g'ri yoza olasiz va ular orasidagi farqni bilasiz.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break va continue kalit so'zlaridan foydalanib, sikl ishlashini boshqara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Cheksiz sikl (infinite loop) xatosidan qanday saqlanishni bilasiz.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1-BO'LIM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Oddiy/qo'shma operator va
shart operatorlari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Dasturga birinchi marta QAROR QABUL QILISH qobiliyatini qo'shamiz.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Oddiy va qo'shma operator (statement)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OPERATOR (statement) — dasturda bajariladigan bitta to'liq buyruq, odatda ";" bilan tugaydi.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ODDIY operator — bitta yagona buyruq:  Console.WriteLine("Salom");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QO'SHMA operator (blok) — figurali qavslar { } ichiga olingan BIR NECHTA operatorlar to'plami, BITTA butunlik sifatida qaraladi.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 va sikl operatorlari ko'pincha o'zidan keyin QO'SHMA operator (blok)ni bajaradi — shuning uchun { } qanday ishlashini tushunish juda muhim.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if operatori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 operatori — biror shart TRUE bo'lgandagina ma'lum kodni bajarish imkonini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if (shart) { // shart true bo'lsa shu yerdagi kod bajariladi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 — natijasi bool (true/false) bo'lgan har qanday ifoda bo'lishi mumkin (masalan yosh &gt;= 18).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blok ichida FAQAT bitta operator bo'lsa, { } qavslarni yozmasa ham bo'ladi — lekin ANIQLIK uchun har doim yozish tavsiya etiladi.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oddiy if operatori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yosh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20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D4D4D4"/>
                </a:solidFill>
                <a:latin typeface="Consolas"/>
              </a:rPr>
              <a:t>yosh</a:t>
            </a:r>
            <a:r>
              <a:rPr sz="1600">
                <a:solidFill>
                  <a:srgbClr val="D4D4D4"/>
                </a:solidFill>
                <a:latin typeface="Consolas"/>
              </a:rPr>
              <a:t> &gt;= </a:t>
            </a:r>
            <a:r>
              <a:rPr sz="1600">
                <a:solidFill>
                  <a:srgbClr val="CE9178"/>
                </a:solidFill>
                <a:latin typeface="Consolas"/>
              </a:rPr>
              <a:t>18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"Siz kattasiz."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Siz kattasiz.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if-else operatori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if-else — shart TRUE bo'lganda BIR xil kod, FALSE bo'lganda BOSHQA kod bajarilishini ta'minlaydi.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if (shart) { ... } else { ...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nechta shartni ketma-ket tekshirish uchun  else if  zanjiridan foydalaniladi.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Faqat BITTA blok (if, yoki mos else if, yoki eng oxirgi else) bajariladi — qolganlari o'tkazib yuboriladi.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else if zanjiri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5582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ball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75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 &gt;= </a:t>
            </a:r>
            <a:r>
              <a:rPr sz="1600">
                <a:solidFill>
                  <a:srgbClr val="CE9178"/>
                </a:solidFill>
                <a:latin typeface="Consolas"/>
              </a:rPr>
              <a:t>90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"A'lo"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else if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 &gt;= </a:t>
            </a:r>
            <a:r>
              <a:rPr sz="1600">
                <a:solidFill>
                  <a:srgbClr val="CE9178"/>
                </a:solidFill>
                <a:latin typeface="Consolas"/>
              </a:rPr>
              <a:t>70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"Yaxshi"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else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"Qoniqarli"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112768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Yaxshi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42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ball=75 birinchi shartga (&gt;=90) mos kelmadi, ikkinchisiga (&gt;=70) mos keldi -- shu blok bajarildi, qolganlari tekshirilmadi.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Oddiy va qo'shma operator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Bitta buyruq -- oddiy operator, { } ichidagi bir nechta buyruq -- qo'shma operator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Ikkalasi ham bir xil narsa, farqi yo'q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Oddiy operator faqat sikllarda, qo'shma operator faqat shartlarda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Qo'shma operator hech qachon { } talab qilmaydi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Oddiy va qo'shma operator orasidagi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Bitta buyruq -- oddiy operator, { } ichidagi bir nechta buyruq -- qo'shma operator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Ikkalasi ham bir xil narsa, farqi yo'q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Oddiy operator faqat sikllarda, qo'shma operator faqat shartlarda ishlatiladi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Qo'shma operator hech qachon { } talab qilmaydi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Oddiy operator -- yagona bitta buyruq. Qo'shma operator (blok) -- figurali qavslar { } ichiga olingan, bitta butunlik sifatida bajariladigan bir nechta buyruqlar to'plami.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Tanlash operatori: switch-case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switch-case — bitta o'zgaruvchining KO'P xil qiymatini ketma-ket if-else if yozishdan ko'ra QULAYROQ tekshirish usuli.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switch (o'zgaruvchi) { case qiymat1: ...; break; case qiymat2: ...; break; default: ...;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 case  dan keyin  break;  yozish SHART — aks holda dastur KEYINGI case blokiga ham "quyilib" o'tadi (fall-through xatosi).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default — hech qaysi case mos kelmasa bajariladigan blok (if-else dagi oxirgi else ga o'xshaydi).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Amaliy mashg'ulotda switch-case ustida TA bilan ko'proq mashq qilasiz -- bu yerda faqat tanishib o'tamiz.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 (QO'SHIMCHA)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switch-case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8061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kun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switch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D4D4D4"/>
                </a:solidFill>
                <a:latin typeface="Consolas"/>
              </a:rPr>
              <a:t>kun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case</a:t>
            </a:r>
            <a:r>
              <a:rPr sz="1600">
                <a:solidFill>
                  <a:srgbClr val="CE9178"/>
                </a:solidFill>
                <a:latin typeface="Consolas"/>
              </a:rPr>
              <a:t> 1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"Dushanba"</a:t>
            </a:r>
            <a:r>
              <a:rPr sz="1600">
                <a:solidFill>
                  <a:srgbClr val="D4D4D4"/>
                </a:solidFill>
                <a:latin typeface="Consolas"/>
              </a:rPr>
              <a:t>); </a:t>
            </a:r>
            <a:r>
              <a:rPr sz="1600">
                <a:solidFill>
                  <a:srgbClr val="569CD6"/>
                </a:solidFill>
                <a:latin typeface="Consolas"/>
              </a:rPr>
              <a:t>break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case</a:t>
            </a:r>
            <a:r>
              <a:rPr sz="1600">
                <a:solidFill>
                  <a:srgbClr val="CE9178"/>
                </a:solidFill>
                <a:latin typeface="Consolas"/>
              </a:rPr>
              <a:t> 2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"Seshanba"</a:t>
            </a:r>
            <a:r>
              <a:rPr sz="1600">
                <a:solidFill>
                  <a:srgbClr val="D4D4D4"/>
                </a:solidFill>
                <a:latin typeface="Consolas"/>
              </a:rPr>
              <a:t>); </a:t>
            </a:r>
            <a:r>
              <a:rPr sz="1600">
                <a:solidFill>
                  <a:srgbClr val="569CD6"/>
                </a:solidFill>
                <a:latin typeface="Consolas"/>
              </a:rPr>
              <a:t>break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case</a:t>
            </a:r>
            <a:r>
              <a:rPr sz="1600">
                <a:solidFill>
                  <a:srgbClr val="CE9178"/>
                </a:solidFill>
                <a:latin typeface="Consolas"/>
              </a:rPr>
              <a:t> 3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"Chorshanba"</a:t>
            </a:r>
            <a:r>
              <a:rPr sz="1600">
                <a:solidFill>
                  <a:srgbClr val="D4D4D4"/>
                </a:solidFill>
                <a:latin typeface="Consolas"/>
              </a:rPr>
              <a:t>); </a:t>
            </a:r>
            <a:r>
              <a:rPr sz="1600">
                <a:solidFill>
                  <a:srgbClr val="569CD6"/>
                </a:solidFill>
                <a:latin typeface="Consolas"/>
              </a:rPr>
              <a:t>break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569CD6"/>
                </a:solidFill>
                <a:latin typeface="Consolas"/>
              </a:rPr>
              <a:t>default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"Noma'lum kun"</a:t>
            </a:r>
            <a:r>
              <a:rPr sz="1600">
                <a:solidFill>
                  <a:srgbClr val="D4D4D4"/>
                </a:solidFill>
                <a:latin typeface="Consolas"/>
              </a:rPr>
              <a:t>); </a:t>
            </a:r>
            <a:r>
              <a:rPr sz="1600">
                <a:solidFill>
                  <a:srgbClr val="569CD6"/>
                </a:solidFill>
                <a:latin typeface="Consolas"/>
              </a:rPr>
              <a:t>break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360671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Chorshanba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switch ichida har bir case dan keyin break; yozishning sababi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Ixtiyoriy, yozmasa ham bo'ladi, hech narsaga ta'sir qilmaydi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Shart, aks holda dastur keyingi case blokiga ham davom etib ketadi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break faqat sikllarda ishlatiladi, switch ichida ma'nosiz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break yozilsa, switch operatori umuman ishlamay qoladi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switch ichida har bir case dan keyin break; yozishning sababi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Ixtiyoriy, yozmasa ham bo'ladi, hech narsaga ta'sir qilmaydi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Shart, aks holda dastur keyingi case blokiga ham davom etib ketadi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break faqat sikllarda ishlatiladi, switch ichida ma'nosiz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break yozilsa, switch operatori umuman ishlamay qoladi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break bo'lmasa, dastur mos kelgan case bajarilgandan keyin KEYINGI case blokiga ham "quyilib" o'tadi (fall-through) -- bu odatda kutilmagan xato natija beradi.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2-BO'LIM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Takrorlash operatori: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Bir xil amalni bir necha marta qaytarish uchun ishlatiladigan sikllar bilan tanishamiz.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Sikl (loop) nega kerak?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bir xil amalni 100 marta bajarish kerak bo'lsa, Console.WriteLine() ni 100 marta qo'lda yozish AQLga to'g'ri kelmaydi.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Sikl (loop, takrorlash operatori) — ma'lum shart bajarilguncha bir yoki bir nechta operatorni QAYTA-QAYTA bajarish imkonini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da uchta asosiy sikl mavjud: for, while, do-while — bugun barchasi bilan tanishamiz.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for operatori sintaksisi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for (boshlang'ich; shart; qadam) { // takrorlanadigan kod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BOSHLANG'ICH — sikl SONCHI o'zgaruvchisi bir marta e'lon qilinadi (masalan int i = 1).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 — har bir aylanishdan OLDIN tekshiriladi; TRUE bo'lsa sikl davom etadi, FALSE bo'lsa to'xtaydi.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QADAM — har bir aylanish TUGAGANDAN keyin bajariladi (odatda i++ yoki i--).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 — takrorlanish soni OLDINDAN ma'lum bo'lgan holatlar uchun eng qulay tanlov.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1 dan 5 gacha chiqarish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&lt;=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1572768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3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4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1 dan 10 gacha sonlar yig'indisi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3103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yigindi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&lt;= </a:t>
            </a:r>
            <a:r>
              <a:rPr sz="1600">
                <a:solidFill>
                  <a:srgbClr val="CE9178"/>
                </a:solidFill>
                <a:latin typeface="Consolas"/>
              </a:rPr>
              <a:t>10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yigindi</a:t>
            </a:r>
            <a:r>
              <a:rPr sz="1600">
                <a:solidFill>
                  <a:srgbClr val="D4D4D4"/>
                </a:solidFill>
                <a:latin typeface="Consolas"/>
              </a:rPr>
              <a:t> +=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yigindi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64864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9638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yigindi — «akkumulyator» o'zgaruvchi: har aylanishda joriy i qiymati unga qo'shib boriladi.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for (int i = 1; i &lt;= 5; i++) siklida i qanday qiymatlarni oladi?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1, 2, 3, 4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1, 2, 3, 4, 5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0, 1, 2, 3, 4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Cheksiz aylanadi, hech qachon to'xtamaydi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for (int i = 1; i &lt;= 5; i++) siklida i qanday qiymatlarni oladi?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1, 2, 3, 4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1, 2, 3, 4, 5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0, 1, 2, 3, 4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Cheksiz aylanadi, hech qachon to'xtamaydi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i = 1 dan boshlanadi, har safar 1 ga oshadi, va i &lt;= 5 sharti FALSE bo'lguncha (ya'ni i = 6 bo'lganda) davom etadi -- shuning uchun 1, 2, 3, 4, 5 qiymatlarini oladi.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3-BO'LIM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Takrorlash operatorlari:
while, do-while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Takrorlanish soni OLDINDAN noma'lum bo'lganda ishlatiladigan sikllar.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while operatori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while (shart) { // shart true bo'lgan ekan takrorlanadi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 HAR BIR aylanishdan OLDIN tekshiriladi — agar boshidanoq FALSE bo'lsa, sikl BIR MARTA HAM bajarilmaydi.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while — takrorlanish soni OLDINDAN ma'lum bo'lmagan, balki biror shartga bog'liq holatlar uchun qulay (masalan foydalanuvchi to'g'ri son kiritmaguncha so'rash).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MUHIM: sikl ichida shartni FALSE qiladigan kod bo'lishi shart, aks holda CHEKSIZ SIKL (infinite loop) hosil bo'ladi!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while sikli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3103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while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&lt;=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++;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6A9955"/>
                </a:solidFill>
                <a:latin typeface="Consolas"/>
              </a:rPr>
              <a:t>// bu qatorsiz sikl CHEKSIZ bo'lardi!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64864"/>
            <a:ext cx="10881360" cy="1572768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3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4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do-while operatori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do { // kod } while (shart);   (diqqat: oxirida ";" qo'yiladi!)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while dan FARQI: shart AYLANISH TUGAGANDAN KEYIN tekshiriladi — shuning uchun kod blok KAMIDA BIR MARTA bajariladi, shart boshidanoq FALSE bo'lsa ham.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Foydalanuvchidan kirish so'rash kabi "kamida bir marta bajarilishi kerak" vaziyatlarda juda qulay.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do-while -- shart FALSE bo'lsa ham bir marta ishlaydi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son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10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"Bajarildi!"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569CD6"/>
                </a:solidFill>
                <a:latin typeface="Consolas"/>
              </a:rPr>
              <a:t>while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D4D4D4"/>
                </a:solidFill>
                <a:latin typeface="Consolas"/>
              </a:rPr>
              <a:t>son</a:t>
            </a:r>
            <a:r>
              <a:rPr sz="1600">
                <a:solidFill>
                  <a:srgbClr val="D4D4D4"/>
                </a:solidFill>
                <a:latin typeface="Consolas"/>
              </a:rPr>
              <a:t> &lt;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Bajarildi!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8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son=10 bo'lgani uchun shart (son&lt;5) boshidanoq FALSE, lekin do-while baribir BIR MARTA bajardi -- while bo'lganda bu qator umuman chiqmasdi.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for, while, do-while -- qaysi birini qachon tanlash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852160"/>
                <a:gridCol w="33832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Sikl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Qachon ishlatiladi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Kamida 1 marta ishlaydimi?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for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Takrorlanish soni OLDINDAN aniq ma'lum bo'lsa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Yo'q (shart false bo'lsa umuman ishlamaydi)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while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Takrorlanish soni shartga bog'liq, oldindan noma'lum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Yo'q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do-while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Kod KAMIDA bir marta bajarilishi shart bo'lsa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Ha, har doim kamida bir marta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break va continue kalit so'zlari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break; — siklni DARHOL to'xtatib, undan chiqib ketadi (switch ichida ham xuddi shu vazifani bajarishini ko'rgan edik).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continue; — joriy aylanishni DARHOL tugatib, siklning KEYINGI aylanishiga o'tadi (siklni butunlay to'xtatmaydi).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Ikkalasi ham ko'pincha if operatori bilan birga ishlatiladi — masalan "agar son 5 ga teng bo'lsa, siklni to'xtat".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while va do-while orasidagi ASOSIY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Ikkalasi ham bir xil, farqi yo'q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while shartni AVVAL tekshiradi, do-while esa AVVAL bajarib, keyin shartni tekshiradi -- shuning uchun do-while kamida bir marta ishlaydi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do-while har doim cheksiz aylanadi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while faqat sonlar bilan, do-while faqat satrlar bilan ishlaydi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while va do-while orasidagi ASOSIY farq nima?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Ikkalasi ham bir xil, farqi yo'q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while shartni AVVAL tekshiradi, do-while esa AVVAL bajarib, keyin shartni tekshiradi -- shuning uchun do-while kamida bir marta ishlaydi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do-while har doim cheksiz aylanadi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while faqat sonlar bilan, do-while faqat satrlar bilan ishlaydi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while shartni har aylanishdan OLDIN tekshiradi (false bo'lsa umuman ishlamasligi mumkin), do-while esa avval kodni bir marta bajarib, SO'NG shartni tekshiradi.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Cheksiz sikl (infinite loop) xatosi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sikl sharti HECH QACHON FALSE bo'lmasa, dastur ABADIY aylanaveradi va "qotib qoladi" (hang).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Eng ko'p uchraydigan sabab — while yoki for ichida sikl o'zgaruvchisini o'zgartirishni (masalan i++;) UNUTIB QOLDIRISH.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dastur to'satdan javob bermay qolsa (konsolga hech narsa chiqmay, tugamay tursa) — bu ko'pincha aynan shu xato.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Yechim: har doim sikl ICHIDA shartni oxir-oqibat FALSE qiladigan kod (masalan hisoblagichni oshirish) borligiga ishonch hosil qiling.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Visual Studio'da qotib qolgan dasturni to'xtatish uchun konsol oynasida Ctrl+C bosing yoki "Stop" tugmasini bosing.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Yangi boshlovchilar ko'p qiladigan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 shartidan keyin ; (nuqta-vergul) qo'yib yuborish:  if (yosh &gt;= 18);  { ... }  -- bu shart bilan blokni AJRATIB QO'YADI, blok har doim bajariladi!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 siklida qadam (i++) ni yozishni unutish yoki noto'g'ri yozish -- cheksiz siklga olib kelishi mumkin.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do-while operatorining oxirida  ;  (nuqta-vergul) qo'yishni unutish -- bu SHART, aks holda kompilyatsiya xatosi.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switch ichida  break;  ni unutib qoldirish -- fall-through xatosiga olib keladi.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== o'rniga = yozib, shartni chalkashtirib yuborish (o'tgan darsda ko'rgan edik).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1-topshiriq: for sikli yordamida 1 dan 20 gacha bo'lgan JUFT sonlarni ekranga chiqaring (% amalidan foydalaning).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2-topshiriq: while sikli yordamida 100 dan 1 gacha KAMAYIB boruvchi sonlarni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3-topshiriq: do-while yordamida foydalanuvchidan "chiqish uchun 0 kiriting" deb so'rovchi oddiy dastur yozing.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4-topshiriq (qo'shimcha): if-else if-else zanjiri yordamida kiritilgan baholash balliga (100-ballik tizim) mos 5-baholik baho (2,3,4,5) chiqaruvchi dastur yozing.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Har bir siklni yozishdan oldin, avval sikl NECHA MARTA aylanishi kerakligini qog'ozda hisoblab ko'ring!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 xulosasi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Oddiy operator — bitta buyruq; qo'shma operator (blok) — { } ichidagi bir nechta buyruq.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 / if-else / else if — shartga qarab turli kod bajarish uchun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switch-case — bitta o'zgaruvchining ko'p qiymatini tekshirishda if-else zanjiridan qulayroq; har case dan keyin break; SHART.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 — takrorlanish soni OLDINDAN ma'lum bo'lganda; while — shartga bog'liq, oldindan noma'lum bo'lganda.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do-while — kod KAMIDA bir marta bajarilishi kerak bo'lganda; shart oxirida tekshiriladi.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break — siklni to'xtatadi; continue — joriy aylanishni o'tkazib yuboradi. Sikl shartini har doim FALSE bo'la oladigan qilib yozing!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KEYINGI DARS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5-Ma'ruza: Massivlar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(array) tushunchasi va uni e'lon qilish.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o'lchamli massivlar bilan ishlash.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Ko'p o'lchamli massivlar bilan tanishuv.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foreach operatori va massivni tasodifiy son bilan to'ldirish.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Tayyorgarlik: bugungi sikl mashqlarini bajarib kelishni unutmang!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Foydali adabiyotlar va havolalar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Darsliklar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Adambayev U.E. va b. "Algoritmik tillar va dasturlash. C# tilida dasturlash asoslari" (2023)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Mo'minov B.B. "Dasturlash 1" (2021)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Albahari B. "C# 7.0. Справочник" (2018)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Onlayn manbalar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metanit.com/sharp/tutorial — Operatorlar va sikllar bo'limi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learn.microsoft.com/dotnet/csharp/language-reference/statements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www.dastur.uz — o'zbek tilida dasturlash sayti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4-Ma'ruza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Rahmat! Savollaringiz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📧 Aloqa uchun: (o'qituvchi email/telefon — dars vaqtida beriladi)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Amaliy topshiriq va mashg'ulotlar — TA bilan davom etadi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ma'ruza: Massivlar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qatnashganingiz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