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5-Ma'ruza: Massivlar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Massiv tushunchasi. Bir o'lchamli va ko'p o'lchamli massivlar.
foreach operatori. Massivni tasodifiy son bilan to'ldirish.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O'tgan darsni eslaymiz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if / if-else / switch-case — dasturga shartga qarab qaror qabul qildirish uchun ishlatiladi.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 — takrorlanish soni OLDINDAN ma'lum bo'lganda; while / do-while — shartga bog'liq holatlarda.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break — siklni to'xtatadi; continue — joriy aylanishni o'tkazib yuboradi.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Hozirgacha faqat BITTA qiymatni saqlaydigan o'zgaruvchilar bilan ishladik (int yosh, string ism).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 esa BIR NECHTA qiymatni BITTA nom ostida saqlash usulini — massivlarni — o'rganamiz.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darsning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I-BO'LIM: Massiv tushunchasi va bir o'lchamli massivlar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Massiv nima, e'lon qilish, elementlarga murojaat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II-BO'LIM: Ko'p o'lchamli massivlar va foreach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Ikki o'lchamli massivlar, foreach operatori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III-BO'LIM: Massivni to'ldirish usullari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Qatorlab e'lon qilish, tasodifiy son (Random) bilan to'ldirish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MAQSAD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Dars yakunida siz nimalarga erishasiz?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nima ekanini va uni nega ishlatish kerakligini tushuntira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o'lchamli massivni e'lon qilib, elementlariga murojaat qila olasiz (indeks orqali).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Ko'p o'lchamli (ikki o'lchamli) massivlar bilan ishlay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foreach operatoridan foydalanib, massiv elementlarini aylanib chiqa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Random klassi yordamida massivni tasodifiy sonlar bilan to'ldira olasiz.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1-BO'LIM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Massiv tushunchasi va
bir o'lchamli massivlar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Bir nechta qiymatni BITTA nom ostida saqlashni o'rganamiz.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Massiv (array) nega kerak?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Tasavvur qiling: 30 talabaning balli bilan ishlash kerak. 30 ta alohida o'zgaruvchi (ball1, ball2, ... ball30) yozish AQLga to'g'ri kelmaydi!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— BIR XIL turdagi bir nechta qiymatni BITTA nom ostida, KETMA-KET xotirada saqlovchi tuzilma.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bir qiymat massiv ichida o'zining INDEKSI (tartib raqami) orqali topiladi.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da massiv indekslari HAR DOIM 0 dan boshlanadi — bu juda muhim va ko'p xatoga sabab bo'ladigan qoida!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Bir o'lchamli massivni e'lon qilish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tur[] nom = new tur[o'lcham];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Masalan:   int[] ballar = new int[5];   — 5 ta int qiymat saqlay oladigan massiv yaratadi.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Yaratilgan zahoti massiv elementlari turning "standart" qiymati bilan to'ladi (int uchun 0, string uchun null, bool uchun false).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o'lchami (uzunligi) YARATILGANDAN keyin O'ZGARTIRILMAYDI — agar ko'proq joy kerak bo'lsa, YANGI massiv yaratish kerak.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Massiv elementlariga murojaat (indekslash)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Elementga murojaat:   massivNomi[indeks]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Indekslar 0 dan boshlab, (uzunlik - 1) gacha davom etadi. Masalan 5 elementli massivda indekslar: 0, 1, 2, 3, 4.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Qiymat berish:   ballar[0] = 85;    — massivning BIRINCHI elementiga 85 qiymatini yozadi.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Qiymat o'qish:   Console.WriteLine(ballar[2]);   — massivning UCHINCHI elementini chiqaradi.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MUHIM XATO: mavjud bo'lmagan indeksga murojaat qilish (masalan 5 elementli massivda ballar[5]) — IndexOutOfRangeException xatosini beradi!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massiv e'lon qilish va elementga murojaat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[] </a:t>
            </a: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 = </a:t>
            </a:r>
            <a:r>
              <a:rPr sz="1600">
                <a:solidFill>
                  <a:srgbClr val="CE9178"/>
                </a:solidFill>
                <a:latin typeface="Consolas"/>
              </a:rPr>
              <a:t>85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] = </a:t>
            </a:r>
            <a:r>
              <a:rPr sz="1600">
                <a:solidFill>
                  <a:srgbClr val="CE9178"/>
                </a:solidFill>
                <a:latin typeface="Consolas"/>
              </a:rPr>
              <a:t>92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Length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// massiv uzunligi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85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8622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.Length -- massivning umumiy o'lchamini (elementlar sonini) qaytaradi.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massivni qatorlab e'lon qilish va for bilan aylanish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[] </a:t>
            </a: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[] { </a:t>
            </a:r>
            <a:r>
              <a:rPr sz="1600">
                <a:solidFill>
                  <a:srgbClr val="CE9178"/>
                </a:solidFill>
                <a:latin typeface="Consolas"/>
              </a:rPr>
              <a:t>85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92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78</a:t>
            </a:r>
            <a:r>
              <a:rPr sz="1600">
                <a:solidFill>
                  <a:srgbClr val="D4D4D4"/>
                </a:solidFill>
                <a:latin typeface="Consolas"/>
              </a:rPr>
              <a:t> };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 &lt; </a:t>
            </a: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Length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85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92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39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{ 85, 92, 78 } -- massivni bir zumda qiymatlar bilan to'ldirib e'lon qilish usuli (qatorlab e'lon qilish).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C# da massiv indekslari nechadan boshlanadi?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1 dan boshlanadi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0 dan boshlanadi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-1 dan boshlanadi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Har doim 10 dan boshlanadi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C# da massiv indekslari nechadan boshlanadi?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1 dan boshlanadi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0 dan boshlanadi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-1 dan boshlanadi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Har doim 10 dan boshlanadi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C# da (ko'p dasturlash tillari kabi) massiv indekslari HAR DOIM 0 dan boshlanadi -- N elementli massivning oxirgi indeksi N-1 ga teng.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2-BO'LIM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Ko'p o'lchamli massivlar
va foreach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Jadval ko'rinishidagi ma'lumotlar va massivni aylanib chiqishning qulay usuli.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Ko'p o'lchamli massivlar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o'lchamli massiv — bitta QATOR ma'lumot (masalan bitta ustun). Ko'p o'lchamli massiv — JADVAL (qator va ustunlar) ko'rinishidagi ma'lumot uchun ishlatiladi.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Ikki o'lchamli massiv e'lon qilish:   int[,] jadval = new int[3, 4];   — 3 qator, 4 ustundan iborat jadval.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Elementga murojaat:   jadval[qator, ustun]   — masalan jadval[0, 0] — birinchi qator, birinchi ustundagi element.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Amaliy misol: sinf jurnali (har bir talaba — qator, har bir dars balli — ustun) ko'p o'lchamli massiv bilan ideal ifodalanadi.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ikki o'lchamli massiv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[,] </a:t>
            </a:r>
            <a:r>
              <a:rPr sz="1600">
                <a:solidFill>
                  <a:srgbClr val="D4D4D4"/>
                </a:solidFill>
                <a:latin typeface="Consolas"/>
              </a:rPr>
              <a:t>jadval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jadval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 = </a:t>
            </a:r>
            <a:r>
              <a:rPr sz="1600">
                <a:solidFill>
                  <a:srgbClr val="CE9178"/>
                </a:solidFill>
                <a:latin typeface="Consolas"/>
              </a:rPr>
              <a:t>85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jadval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] = </a:t>
            </a:r>
            <a:r>
              <a:rPr sz="1600">
                <a:solidFill>
                  <a:srgbClr val="CE9178"/>
                </a:solidFill>
                <a:latin typeface="Consolas"/>
              </a:rPr>
              <a:t>90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jadval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jadval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]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85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foreach operatori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foreach — massiv (yoki boshqa to'plam) elementlarini INDEKSSIZ, biri-biridan ketma-ket aylanib chiqishning QULAY usuli.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foreach (tur element in massivNomi) { // element bilan ishlash }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 dan FARQI: foreach da indeks bilan ishlashning HOJATI yo'q — bu ayniqsa massiv elementlarini o'zgartirmasdan, faqat O'QISH kerak bo'lganda juda qulay.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MUHIM: foreach ichida elementning o'ziga to'g'ridan-to'g'ri yangi qiymat berib bo'lmaydi (masalan element = 5; massivni o'zgartirmaydi).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foreach bilan massivni aylanib chiqish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[] </a:t>
            </a:r>
            <a:r>
              <a:rPr sz="1600">
                <a:solidFill>
                  <a:srgbClr val="D4D4D4"/>
                </a:solidFill>
                <a:latin typeface="Consolas"/>
              </a:rPr>
              <a:t>ballar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[] { </a:t>
            </a:r>
            <a:r>
              <a:rPr sz="1600">
                <a:solidFill>
                  <a:srgbClr val="CE9178"/>
                </a:solidFill>
                <a:latin typeface="Consolas"/>
              </a:rPr>
              <a:t>85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92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78</a:t>
            </a:r>
            <a:r>
              <a:rPr sz="1600">
                <a:solidFill>
                  <a:srgbClr val="D4D4D4"/>
                </a:solidFill>
                <a:latin typeface="Consolas"/>
              </a:rPr>
              <a:t> };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foreach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ball</a:t>
            </a:r>
            <a:r>
              <a:rPr sz="1600">
                <a:solidFill>
                  <a:srgbClr val="569CD6"/>
                </a:solidFill>
                <a:latin typeface="Consolas"/>
              </a:rPr>
              <a:t> in</a:t>
            </a:r>
            <a:r>
              <a:rPr sz="1600">
                <a:solidFill>
                  <a:srgbClr val="D4D4D4"/>
                </a:solidFill>
                <a:latin typeface="Consolas"/>
              </a:rPr>
              <a:t> ballar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ball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85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92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39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Xuddi 10-slayddagi for misoli bilan bir xil natija -- lekin bu yerda indeks (i) haqida umuman o'ylash shart emas.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foreach operatori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foreach elementlarni TESKARI tartibda aylanadi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foreach indekssiz, massiv elementlarini ketma-ket O'QISH uchun qulay; elementga to'g'ridan-to'g'ri yangi qiymat berib bo'lmaydi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foreach faqat ikki o'lchamli massivlar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foreach va for bir xil, hech qanday farqi yo'q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foreach operatori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foreach elementlarni TESKARI tartibda aylanadi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foreach indekssiz, massiv elementlarini ketma-ket O'QISH uchun qulay; elementga to'g'ridan-to'g'ri yangi qiymat berib bo'lmaydi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foreach faqat ikki o'lchamli massivlar bilan ishlaydi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foreach va for bir xil, hech qanday farqi yo'q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foreach massiv elementlarini indekssiz, ketma-ket o'qish uchun qulay usul, lekin foreach o'zgaruvchisiga yangi qiymat berish orqali massivning o'zini o'zgartirib bo'lmaydi.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3-BO'LIM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Massivni to'ldirish
usullari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Massivga qiymat kiritishning turli usullari bilan tanishamiz.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Massivni to'ldirish usullari -- umumiy ko'rinish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1-usul: HAR BIR elementga QO'LDA, alohida qiymat berish (masalan ballar[0] = 85;) -- kam elementli massivlar uchun qulay.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2-usul: QATORLAB e'lon qilish -- massiv yaratilishi bilan bir vaqtda barcha qiymatlarni { } ichida berish (masalan int[] ballar = {85, 92, 78};).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3-usul: SIKL (for/while) yordamida qiymatlarni DASTURIY ravishda kiritish -- masalan foydalanuvchidan Console.ReadLine() orqali navbat bilan so'rash.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4-usul: TASODIFIY sonlar bilan avtomatik to'ldirish -- Random klassi yordamida (masalan test ma'lumotlari yaratishda juda foydali).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Random klassi yordamida massivni to'ldirish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Random — C# ning tasodifiy son generatsiya qiluvchi tayyor klassi (System nomlar fazosida).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Foydalanish:   Random rnd = new Random();   -- avval Random turidan BITTA obyekt yaratiladi.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Tasodifiy son olish:   rnd.Next(min, max)   -- min (kiritilgan) dan max (KIRITILMAGAN) gacha oralig'ida butun son qaytaradi.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Sikl bilan birlashtirilsa, butun massivni bir necha qatorda tasodifiy sonlar bilan to'ldirish mumkin.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massivni 1-100 oralig'idagi tasodifiy sonlar bilan to'ldirish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558288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Random</a:t>
            </a:r>
            <a:r>
              <a:rPr sz="1600">
                <a:solidFill>
                  <a:srgbClr val="D4D4D4"/>
                </a:solidFill>
                <a:latin typeface="Consolas"/>
              </a:rPr>
              <a:t> rnd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4EC9B0"/>
                </a:solidFill>
                <a:latin typeface="Consolas"/>
              </a:rPr>
              <a:t> Random</a:t>
            </a:r>
            <a:r>
              <a:rPr sz="1600">
                <a:solidFill>
                  <a:srgbClr val="D4D4D4"/>
                </a:solidFill>
                <a:latin typeface="Consolas"/>
              </a:rPr>
              <a:t>();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[] </a:t>
            </a:r>
            <a:r>
              <a:rPr sz="1600">
                <a:solidFill>
                  <a:srgbClr val="D4D4D4"/>
                </a:solidFill>
                <a:latin typeface="Consolas"/>
              </a:rPr>
              <a:t>sonlar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new</a:t>
            </a:r>
            <a:r>
              <a:rPr sz="1600">
                <a:solidFill>
                  <a:srgbClr val="569CD6"/>
                </a:solidFill>
                <a:latin typeface="Consolas"/>
              </a:rPr>
              <a:t> int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];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0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 &lt; </a:t>
            </a:r>
            <a:r>
              <a:rPr sz="1600">
                <a:solidFill>
                  <a:srgbClr val="D4D4D4"/>
                </a:solidFill>
                <a:latin typeface="Consolas"/>
              </a:rPr>
              <a:t>sonlar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Length</a:t>
            </a:r>
            <a:r>
              <a:rPr sz="1600">
                <a:solidFill>
                  <a:srgbClr val="D4D4D4"/>
                </a:solidFill>
                <a:latin typeface="Consolas"/>
              </a:rPr>
              <a:t>; 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++)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D4D4D4"/>
                </a:solidFill>
                <a:latin typeface="Consolas"/>
              </a:rPr>
              <a:t>sonlar</a:t>
            </a:r>
            <a:r>
              <a:rPr sz="1600">
                <a:solidFill>
                  <a:srgbClr val="D4D4D4"/>
                </a:solidFill>
                <a:latin typeface="Consolas"/>
              </a:rPr>
              <a:t>[</a:t>
            </a:r>
            <a:r>
              <a:rPr sz="1600">
                <a:solidFill>
                  <a:srgbClr val="D4D4D4"/>
                </a:solidFill>
                <a:latin typeface="Consolas"/>
              </a:rPr>
              <a:t>i</a:t>
            </a:r>
            <a:r>
              <a:rPr sz="1600">
                <a:solidFill>
                  <a:srgbClr val="D4D4D4"/>
                </a:solidFill>
                <a:latin typeface="Consolas"/>
              </a:rPr>
              <a:t>] = </a:t>
            </a:r>
            <a:r>
              <a:rPr sz="1600">
                <a:solidFill>
                  <a:srgbClr val="D4D4D4"/>
                </a:solidFill>
                <a:latin typeface="Consolas"/>
              </a:rPr>
              <a:t>rnd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Next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1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CE9178"/>
                </a:solidFill>
                <a:latin typeface="Consolas"/>
              </a:rPr>
              <a:t>101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foreach</a:t>
            </a:r>
            <a:r>
              <a:rPr sz="1600">
                <a:solidFill>
                  <a:srgbClr val="D4D4D4"/>
                </a:solidFill>
                <a:latin typeface="Consolas"/>
              </a:rPr>
              <a:t> 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son</a:t>
            </a:r>
            <a:r>
              <a:rPr sz="1600">
                <a:solidFill>
                  <a:srgbClr val="569CD6"/>
                </a:solidFill>
                <a:latin typeface="Consolas"/>
              </a:rPr>
              <a:t> in</a:t>
            </a:r>
            <a:r>
              <a:rPr sz="1600">
                <a:solidFill>
                  <a:srgbClr val="D4D4D4"/>
                </a:solidFill>
                <a:latin typeface="Consolas"/>
              </a:rPr>
              <a:t> sonlar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son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112768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(har safar ishga tushirilganda har xil 5 ta son, 1 dan 100 gacha)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428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rnd.Next(1, 101) -- 101 KIRITILMAGANI uchun natija 1 dan 100 gacha (100 ham hisobga olinadi) bo'ladi.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Random klassining Next(min, max) metodi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rnd.Next(1, 101) -- 1 dan 101 gacha (101 ham kiradi)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rnd.Next(1, 101) -- 1 dan 100 gacha (min kiradi, max kirmaydi)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rnd.Next(1, 101) -- har doim aynan 101 ni qaytaradi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Random klassidan foydalanish uchun avval massiv yaratish shart emas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Random klassining Next(min, max) metodi haqida qaysi gap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rnd.Next(1, 101) -- 1 dan 101 gacha (101 ham kiradi)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rnd.Next(1, 101) -- 1 dan 100 gacha (min kiradi, max kirmaydi)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rnd.Next(1, 101) -- har doim aynan 101 ni qaytaradi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Random klassidan foydalanish uchun avval massiv yaratish shart emas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Next(min, max) -- min qiymat NATIJAGA KIRADI, max qiymat esa KIRMAYDI. Shuning uchun Next(1, 101) natijasi 1 dan 100 gacha bo'ladi.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Yangi boshlovchilar ko'p qiladigan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indeksini 1 dan boshlash deb o'ylash -- C# da HAR DOIM 0 dan boshlanadi.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chegarasidan tashqariga chiqish (masalan 5 elementli massivda ballar[5] ga murojaat) -- IndexOutOfRangeException xatosini beradi.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o'lchamini yaratilgandan keyin o'zgartirish mumkin deb o'ylash -- massiv o'lchami DOIMIY, o'zgartirib bo'lmaydi.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foreach ichida elementga to'g'ridan-to'g'ri yangi qiymat berishga urinish -- bu massivni o'ZGARTIRMAYDI, buning uchun for va indeks kerak.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Har safar yangi Random() obyekti yaratish (masalan sikl ICHIDA) -- ko'pincha bir xil sonlar chiqishiga sabab bo'ladi; Random faqat BIR MARTA yaratilishi kerak.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AMALIYOT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1-topshiriq: 10 ta int elementli massiv yarating, uni qatorlab e'lon qiling va foreach yordamida barcha elementlarni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2-topshiriq: Yuqoridagi massivning barcha elementlari YIG'INDISINI for sikli yordamida hisoblang.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3-topshiriq: Random klassi yordamida 5 ta elementli massivni 1 dan 6 gacha (zar/kub o'yini kabi) tasodifiy sonlar bilan to'ldiring.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4-topshiriq (qo'shimcha): 3x3 o'lchamli ikki o'lchamli massiv yarating va uni ikkita ICHMA-ICH for sikli yordamida to'ldirib chiqing.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Massiv bilan ishlaganda har doim .Length dan foydalaning -- qattiq yozilgan sonlar (masalan 5) o'rniga.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 xulosasi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 -- bir xil turdagi bir nechta qiymatni BITTA nom ostida saqlovchi tuzilma; indekslar 0 dan boshlanadi.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Bir o'lchamli massiv -- oddiy ro'yxat; ko'p o'lchamli massiv -- jadval (qator, ustun) ko'rinishidagi ma'lumot uchun.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foreach -- massiv elementlarini indekssiz, ketma-ket o'qish uchun qulay usul.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Massivni to'ldirish usullari: qo'lda, qatorlab e'lon qilish, sikl orqali, yoki Random klassi bilan tasodifiy.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.Length -- massiv o'lchamini (elementlar sonini) qaytaradi -- har doim aniq son o'rniga shundan foydalaning.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KEYINGI DARS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6-Ma'ruza: Belgi va Satrlar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Belgi (char) turi va u ustidagi funksiyalar.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Belgilar massivi (char[]) va uning satr bilan bog'liqligi.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Satrlar (string) ustida amallar.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Sonlarni va sanalarni satrlarda formatlash.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Tayyorgarlik: bugungi massiv mashqlarini bajarib kelishni unutmang!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Foydali adabiyotlar va havolalar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Darsliklar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Adambayev U.E. va b. "Algoritmik tillar va dasturlash. C# tilida dasturlash asoslari" (2023)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Mo'minov B.B. "Dasturlash 1" (2021)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Albahari B. "C# 7.0. Справочник" (2018)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Onlayn manbalar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metanit.com/sharp/tutorial — Massivlar bo'limi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learn.microsoft.com/dotnet/csharp/programming-guide/arrays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www.dastur.uz — o'zbek tilida dasturlash sayti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5-Ma'ruza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Rahmat! Savollaringiz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📧 Aloqa uchun: (o'qituvchi email/telefon — dars vaqtida beriladi)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Amaliy topshiriq va mashg'ulotlar — TA bilan davom etadi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ma'ruza: Belgi va Satrlar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qatnashganingiz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