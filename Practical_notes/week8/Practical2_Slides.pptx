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  •  AMALIY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2-Amaliy: Hisoblash dasturlari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Amallar, Convert/Parse/TryParse, Math sinfi. if/if-else/switch
yordamida tarmoqlanuvchi dasturlar yozamiz.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TAKRORLASH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O'tgan mashg'ulotni eslaymiz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"Raqamli ID karta" va "Kinoteatr chiptasi" loyihalarida o'zgaruvchilar va Console.ReadLine() bilan ishladik.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Console.ReadLine() HAR DOIM string qaytarishini eslaymiz — bugun buni SONGA aylantirishni o'rganamiz.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Bugun: haqiqiy HISOBLASH dasturlari (kalkulyator kabi) va dasturga QAROR qabul qildirish.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mashg'ulot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Tezkor eslatma: Convert/Parse/TryParse, Math sinfi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1-mashq: "Restoran hisob-kitobi" (birga)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2-mashq: "Yosh toifasi aniqlovchi" (mustaqil)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3-mashq (qo'shimcha): "BMI kalkulyatori" (ijodiy, sintez)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Qisqa viktorina va uyga vazifa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ESLATMA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Tezkor eslatma: satrni songa aylantirish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846320"/>
                <a:gridCol w="34747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Qachon ishlatiladi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int.Parse(satr)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Satr ANIQ to'g'ri son ekaniga ishonchingiz komil bo'lsa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int yosh = int.Parse("20");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Convert.ToInt32(satr)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Parse ga o'xshaydi, null qiymatlarni ham xavfsiz qayta ishlaydi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int son = Convert.ToInt32("5");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int.TryParse(satr, out son)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Foydalanuvchi NOTO'G'RI narsa kiritishi mumkin bo'lsa (XAVFSIZ usul)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if (int.TryParse(s, out son)) {...}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double.Parse(satr)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Kasr son kerak bo'lsa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double narx = double.Parse("15.5");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ESLATMA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Math sinfi — tayyor matematik funksiyalar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Math.Round(son, n) — sonni n xonali kasrgacha yaxlitlaydi.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Math.Pow(asos, daraja) — asosni darajaga oshiradi (masalan Math.Pow(2,3) = 8).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Math.Sqrt(son) — kvadrat ildiz.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Math.Max(a,b) / Math.Min(a,b) — ikkita sondan katta/kichigini qaytaradi.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Math.Abs(son) — sonning mutlaq qiymati (manfiy belgisini olib tashlaydi).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"Restoran hisob-kitobi" (birga bajaramiz)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taom narxi va miqdorini so'rab, 10% xizmat haqi bilan umumiy summani hisoblaymiz.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Ishlatiladigan narsalar: double.Parse, arifmetik amallar, Math.Round, string interpolation.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Worksheet'dagi 1-mashqni oching — qadam-baqadam birga yozamiz.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Kutilgan natija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31876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Taom narxini kiriting: </a:t>
            </a:r>
            <a:r>
              <a:rPr sz="1600">
                <a:solidFill>
                  <a:srgbClr val="CE9178"/>
                </a:solidFill>
                <a:latin typeface="Consolas"/>
              </a:rPr>
              <a:t>25000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Nechta taom: 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873247"/>
            <a:ext cx="1088136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Taomlar narxi:     75000 so'm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Xizmat haqi (10%): 7500 so'm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JAMI TO'LOV:       82500 so'm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80255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narx * miqdor = taomlar narxi; +10% xizmat haqi = jami to'lov.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2-MASHQ (MUSTAQIL)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"Yosh toifasi aniqlovchi"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Endi SIZ mustaqil bajarasiz — worksheet'dagi 2-mashqqa o'ting.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yoshni so'rab, if-else if-else yordamida toifani aniqlang: 0-12 "Bola", 13-17 "O'smir", 18-59 "Kattalar", 60+ "Keksa".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Maslahat: int.TryParse() dan foydalaning — agar foydalanuvchi son o'rniga harf kiritsa, dastur "qulamasligi" kerak!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15 daqiqa vaqtingiz bor.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TryParse false qaytarsa, "Noto'g'ri son kiritildi!" deb xabar bering va dasturni to'xtating.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3-MASHQ (QO'SHIMCHA)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"BMI kalkulyatori" — sintez mashqi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mashq avvalgi ikkala mashqni BIRLASHTIRADI: hisoblash (amallar/Math) + qaror qabul qilish (if-else).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bo'y (metrda) va vaznni (kg) so'rab, BMI = vazn / (bo'y * bo'y) formulasi bilan hisoblang.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Natijani Math.Round bilan 1 xonali kasrgacha yaxlitlang, so'ng toifani aniqlang: &lt;18.5 "Kam vazn", 18.5-24.9 "Normal", 25+ "Ortiqcha vazn".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Amaliyotda ko'p uchraydigan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int.Parse("abc") kabi noto'g'ri satrni songa aylantirishga urinish — dastur XATOLIK bilan to'xtaydi (shuning uchun TryParse xavfsizroq).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Butun sonlar (int) bilan bo'lishda kasr qismini kutish — kamida bitta operand double bo'lishi kerak.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if sharti oxiriga ortiqcha ";" qo'yish — shartni blokdan ajratib qo'yadi.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Math funksiyalarini ishlatishdan oldin "using System;" borligiga ishonch hosil qiling (odatda avtomatik qo'shilgan bo'ladi).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UYGA VAZIFA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"Oddiy kalkulyator" yozing: ikki son va amal belgisini (+, -, *, /) so'rab, natijani chiqaring (switch yordamida).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"Baho aniqlovchi" yozing: 100 ballik baho kiritilsa, 5 baholik tizimga (2,3,4,5) o'giruvchi dastur yozing.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(Qo'shimcha) Restoran hisob-kitobiga "chegirma kodi" qo'shing: agar kod "STUDENT10" bo'lsa, 10% chegirma qiling.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Worksheet faylidagi to'liq topshiriq va namuna yechimlarni unutmang.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 nimani mustahkamladik?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Satrni songa aylantirish: Parse, Convert, va XAVFSIZ TryParse usullarini qo'llay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Math sinfi funksiyalaridan (Round, Pow, Sqrt, Max, Min) foydalana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if/if-else/else if yordamida dasturga qaror qabul qildira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Keyingi amaliy mashg'ulot: sikllar (for/while/do-while) va Visual Studio debugger bilan tanishuv.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Ajoyib ish! Ko'rishguncha!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Worksheet'dagi barcha mashqlarni va uyga vazifani bajarib qo'ying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🧠 Qisqa viktorina havolasi chatda beriladi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amaliy: Sikllar va debugging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ishtirokingiz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