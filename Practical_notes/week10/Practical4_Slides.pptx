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  •  AMALIY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4-Amaliy: Bir o'lchamli massivlar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"Sinf jurnali" loyihasi orqali massiv bilan statistik hisoblash,
qidirish, almashtirish va saralashni amaliyotda ko'ramiz.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mashg'ulot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1-mashq: "Sinf jurnali" — kiritish, yig'indi, min/max/o'rtacha (birga)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2-mashq: Massivda qidirish va almashtirish (mustaqil)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3-mashq (qo'shimcha): Massivni saralash va teskari aylantirish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Qisqa viktorina va uyga vazifa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"Sinf jurnali" (birga bajaramiz)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talabalar sonini so'rab, har bir talabaning ballini massivga kiritamiz, so'ng yig'indi, minimum, maksimum va o'rtachani hisoblaymiz.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Ishlatiladigan narsalar: massiv e'lon qilish, for sikli bilan to'ldirish, foreach bilan aylanish.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Worksheet'dagi 1-mashqni oching.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Kutilgan natija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Nechta talaba bor? </a:t>
            </a:r>
            <a:r>
              <a:rPr sz="1600">
                <a:solidFill>
                  <a:srgbClr val="CE9178"/>
                </a:solidFill>
                <a:latin typeface="Consolas"/>
              </a:rPr>
              <a:t>4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1-talaba balli: </a:t>
            </a:r>
            <a:r>
              <a:rPr sz="1600">
                <a:solidFill>
                  <a:srgbClr val="CE9178"/>
                </a:solidFill>
                <a:latin typeface="Consolas"/>
              </a:rPr>
              <a:t>85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2-talaba balli: </a:t>
            </a:r>
            <a:r>
              <a:rPr sz="1600">
                <a:solidFill>
                  <a:srgbClr val="CE9178"/>
                </a:solidFill>
                <a:latin typeface="Consolas"/>
              </a:rPr>
              <a:t>92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3-talaba balli: </a:t>
            </a:r>
            <a:r>
              <a:rPr sz="1600">
                <a:solidFill>
                  <a:srgbClr val="CE9178"/>
                </a:solidFill>
                <a:latin typeface="Consolas"/>
              </a:rPr>
              <a:t>78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4-talaba balli: </a:t>
            </a:r>
            <a:r>
              <a:rPr sz="1600">
                <a:solidFill>
                  <a:srgbClr val="CE9178"/>
                </a:solidFill>
                <a:latin typeface="Consolas"/>
              </a:rPr>
              <a:t>95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1335024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Yig'indi:   350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Minimum:    78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Maksimum:   95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O'rtacha:   87.5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4-Amaliy mashg'ulot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2-MASHQ (MUSTAQIL)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Qidirish va almashtirish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Endi SIZ mustaqil bajarasiz — worksheet'dagi 2-mashqqa o'ting.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 1: foydalanuvchidan BALL so'rang va massivda o'sha ball bor-yo'qligini (va qaysi indeksda ekanini) toping.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 2: eng PAST ballni toping va uni 0 ga "almashtiring" (masalan imtihondan chetlatilgan talaba sifatida).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Qidirish uchun oddiy for sikli + if yetarli — massiv kichik bo'lgani uchun murakkab algoritm shart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3-MASHQ (QO'SHIMCHA)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Saralash va teskari aylantirish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Array.Sort(massiv) — massiv elementlarini O'SUVCHI tartibda saralaydi.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Array.Reverse(massiv) — massiv elementlari tartibini TESKARI aylantiradi.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"Sinf jurnali" massivini KAMAYUVCHI tartibda (eng yuqori balldan boshlab) chiqaring — buning uchun Sort + Reverse ni BIRGA ishlating!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Amaliyotda ko'p uchraydigan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indeksidan tashqariga chiqish (masalan 4 elementli massivda ballar[4]) — IndexOutOfRangeException.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O'rtachani hisoblashda yig'indi / soni ni int/int qilib qolib ketish — natija butun songacha kesiladi, double ishlating.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Array.Sort() massivni QAYTARMAYDI, balki MAVJUD massivni O'ZGARTIRADI — natijani alohida saqlash shart emas.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Qidirishda "topildimi" belgisini (bool topildi = false;) unutib, natija har doim "topilmadi" chiqishi.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UYGA VAZIFA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"Harorat jurnali": 7 kunlik haroratni massivga kiriting, eng issiq va eng sovuq kunni toping.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Massivdagi barcha JUFT sonlarni alohida chiqaruvchi dastur yozing.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(Qo'shimcha) "Sinf jurnali"ga o'rtachadan PASTROQ ball olganlar sonini hisoblovchi kod qo'shing.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78424"/>
            <a:ext cx="10881360" cy="585216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Worksheet faylidagi to'liq topshiriq va namuna yechimlarni unutmang.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 nimani mustahkamladik?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Massivni foydalanuvchi kiritgan qiymatlar bilan sikl yordamida to'ldira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Yig'indi, minimum, maksimum, o'rtachani hisoblovchi kod yoza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Massivda qiymat qidirish va uni almashtira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Array.Sort() / Array.Reverse() bilan massivni saralay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Keyingi amaliy mashg'ulot: ikki o'lchamli va pog'onali (jagged) massivlar.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Ajoyib ish! Ko'rishguncha!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Worksheet'dagi barcha mashqlarni va uyga vazifani bajarib qo'ying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🧠 Qisqa viktorina havolasi chatda beriladi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amaliy: Ikki o'lchamli va pog'onali massivlar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ishtirokingiz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