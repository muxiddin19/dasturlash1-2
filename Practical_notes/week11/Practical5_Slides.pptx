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  •  AMALIY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5-Amaliy: 2D va pog'onali massivlar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"Sinf jadvali" (baholar matritsasi) va "haftalik vazifalar"
(pog'onali massiv) loyihalari orqali amaliyot.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mashg'ulot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1-mashq: "Sinf jadvali" — baholar matritsasi (birga)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2-mashq: Diagonal elementlar yig'indisi (mustaqil)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3-mashq (qo'shimcha): "Haftalik vazifalar" — pog'onali massiv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Qisqa viktorina va uyga vazifa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"Sinf jadvali" (birga bajaramiz)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3 ta talaba va 4 ta fan uchun baholar matritsasini (2 o'lchamli massiv) yaratib, har bir talabaning FAN BO'YICHA o'rtacha bahosini hisoblaymiz.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Ikki o'lchamli massiv — bu aslida JADVAL: birinchi indeks QATOR (talaba), ikkinchi indeks USTUN (fan).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Ishlatiladigan narsalar: int[,] e'lon qilish, ichma-ich for sikli.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Matritsani qatorlab e'lon qilish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[,] </a:t>
            </a:r>
            <a:r>
              <a:rPr sz="1600">
                <a:solidFill>
                  <a:srgbClr val="D4D4D4"/>
                </a:solidFill>
                <a:latin typeface="Consolas"/>
              </a:rPr>
              <a:t>baholar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 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{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 },  </a:t>
            </a:r>
            <a:r>
              <a:rPr sz="1600">
                <a:solidFill>
                  <a:srgbClr val="6A9955"/>
                </a:solidFill>
                <a:latin typeface="Consolas"/>
              </a:rPr>
              <a:t>// 1-talaba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{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 },  </a:t>
            </a:r>
            <a:r>
              <a:rPr sz="1600">
                <a:solidFill>
                  <a:srgbClr val="6A9955"/>
                </a:solidFill>
                <a:latin typeface="Consolas"/>
              </a:rPr>
              <a:t>// 2-talaba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{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 }   </a:t>
            </a:r>
            <a:r>
              <a:rPr sz="1600">
                <a:solidFill>
                  <a:srgbClr val="6A9955"/>
                </a:solidFill>
                <a:latin typeface="Consolas"/>
              </a:rPr>
              <a:t>// 3-talaba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(hali chiqish yo'q -- bu faqat e'lon qilish)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8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baholar[0, 2] -- 1-talabaning 3-fandan olgan bahosi (5), chunki indekslar 0 dan boshlanadi.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1-MASHQ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Har bir talabaning o'rtachasini hisoblash — mantiq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508760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Tashqi for (talabalar bo'yicha, i = 0 dan 2 gacha) siklini boshlang.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441448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Har bir talaba uchun ichki for (fanlar bo'yicha, j = 0 dan 3 gacha) bilan yig'indini hisoblang.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374136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Ichki sikl tugagach, yig'indini fanlar soniga (4) bo'lib, o'rtachani toping.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1B4B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306824"/>
            <a:ext cx="100126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>
                <a:solidFill>
                  <a:srgbClr val="23232B"/>
                </a:solidFill>
                <a:latin typeface="Segoe UI"/>
              </a:rPr>
              <a:t>Natijani $"{i+1}-talaba o'rtachasi: {ortacha}" ko'rinishida chiqaring.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2-MASHQ (MUSTAQIL)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Diagonal elementlar yig'indisi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Endi SIZ mustaqil bajarasiz — worksheet'dagi 2-mashqqa o'ting.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Vazifa: 4x4 KVADRAT massiv (sonlar bilan to'ldirilgan) yarating va uning BOSH DIAGONALI (chap yuqoridan o'ng pastga) elementlari yig'indisini toping.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Maslahat: bosh diagonal elementlarining har doim ikkala indeksi BIR XIL — massiv[i, i].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Kvadrat massiv — qatorlar soni USTUNLAR soniga teng massiv (masalan 4x4, 3x3).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"Haftalik vazifalar" — pog'onali (jagged) massiv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Muammo: har bir kunda VAZIFALAR SONI har xil (Dushanba — 3 ta, Seshanba — 1 ta, va h.k.) — oddiy 2D massiv bunga mos emas (u hamma qator uchun BIR XIL uzunlik talab qiladi)!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Yechim: pog'onali massiv (jagged array) — HAR BIR qator o'zining ALOHIDA uzunligiga ega bo'lishi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string[][] vazifalar = new string[5][];  so'ng  vazifalar[0] = new string[] {"Matematika", "Dasturlash"};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3-MASHQ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Pog'onali massiv namunasi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[][] </a:t>
            </a:r>
            <a:r>
              <a:rPr sz="1600">
                <a:solidFill>
                  <a:srgbClr val="D4D4D4"/>
                </a:solidFill>
                <a:latin typeface="Consolas"/>
              </a:rPr>
              <a:t>vazifalar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string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][];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vazifalar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string</a:t>
            </a:r>
            <a:r>
              <a:rPr sz="1600">
                <a:solidFill>
                  <a:srgbClr val="D4D4D4"/>
                </a:solidFill>
                <a:latin typeface="Consolas"/>
              </a:rPr>
              <a:t>[] { </a:t>
            </a:r>
            <a:r>
              <a:rPr sz="1600">
                <a:solidFill>
                  <a:srgbClr val="CE9178"/>
                </a:solidFill>
                <a:latin typeface="Consolas"/>
              </a:rPr>
              <a:t>"Matematika"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"Dasturlash"</a:t>
            </a:r>
            <a:r>
              <a:rPr sz="1600">
                <a:solidFill>
                  <a:srgbClr val="D4D4D4"/>
                </a:solidFill>
                <a:latin typeface="Consolas"/>
              </a:rPr>
              <a:t> };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vazifalar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string</a:t>
            </a:r>
            <a:r>
              <a:rPr sz="1600">
                <a:solidFill>
                  <a:srgbClr val="D4D4D4"/>
                </a:solidFill>
                <a:latin typeface="Consolas"/>
              </a:rPr>
              <a:t>[] { </a:t>
            </a:r>
            <a:r>
              <a:rPr sz="1600">
                <a:solidFill>
                  <a:srgbClr val="CE9178"/>
                </a:solidFill>
                <a:latin typeface="Consolas"/>
              </a:rPr>
              <a:t>"Fizika"</a:t>
            </a:r>
            <a:r>
              <a:rPr sz="1600">
                <a:solidFill>
                  <a:srgbClr val="D4D4D4"/>
                </a:solidFill>
                <a:latin typeface="Consolas"/>
              </a:rPr>
              <a:t> };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 </a:t>
            </a:r>
            <a:r>
              <a:rPr sz="1600">
                <a:solidFill>
                  <a:srgbClr val="D4D4D4"/>
                </a:solidFill>
                <a:latin typeface="Consolas"/>
              </a:rPr>
              <a:t>vazifalar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Length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$"Kun {i+1}: {vazifalar[i].Length} ta vazifa"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Kun 1: 2 ta vazifa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Kun 2: 1 ta vazifa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622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Har bir qator (vazifalar[0], vazifalar[1]) o'zining ALOHIDA uzunligiga ega -- bu jagged array ning mohiyati.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Amaliyotda ko'p uchraydigan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2D massivda massiv[i, j] va pog'onali massivda massiv[i][j] yozuvlarini chalkashtirish — ular boshqa-boshqa sintaksis!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Pog'onali massivda ICHKI massivlarni (vazifalar[0] = new string[]{...}) yaratishni unutib, NullReferenceException olish.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Diagonal elementlarni topishda massiv[i, j] o'rniga noto'g'ri indekslardan foydalanish — diagonal uchun HAR DOIM ikkala indeks bir xil.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2D massivning GetLength(0) (qatorlar soni) va GetLength(1) (ustunlar soni) ni chalkashtirish.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UYGA VAZIFA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"Sinf jadvali"ga har bir FANNING sinf bo'yicha o'rtachasini (ustun bo'yicha) hisoblashni qo'shing.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3x3 massiv yaratib, uning barcha elementlari yig'indisini (butun matritsa bo'yicha) hisoblang.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(Qo'shimcha) "Haftalik vazifalar" pog'onali massiviga barcha 7 kun uchun ma'lumot kiritib, eng KO'P vazifali kunni toping.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Worksheet faylidagi to'liq topshiriq va namuna yechimlarni unutmang.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 nimani mustahkamladik?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Ikki o'lchamli massiv (int[,]) bilan jadval ko'rinishidagi ma'lumotlarni saqlay va qayta ishlay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Ichma-ich for sikllari bilan qator/ustun bo'yicha hisob-kitob qila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Diagonal elementlarni massiv[i, i] yordamida topa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Pog'onali (jagged) massiv bilan HAR XIL uzunlikdagi ma'lumotlarni saqlay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Keyingi amaliy mashg'ulot: belgi/satrlar (StringBuilder) va parametrli metodlar (ref/out/params).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5-Amaliy mashg'ulot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Ajoyib ish! Ko'rishguncha!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Worksheet'dagi barcha mashqlarni va uyga vazifani bajarib qo'ying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🧠 Qisqa viktorina havolasi chatda beriladi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amaliy: Satrlar va parametrli metodlar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ishtirokingiz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